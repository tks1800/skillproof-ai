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IPL 2026 Professional Team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teams, key players, and performance indicators for the Indian Premier League 2026 season.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League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Teams compete in IPL 2026.</a:t>
            </a:r>
          </a:p>
          <a:p>
            <a:r>
              <a:t>Focus areas in this report:</a:t>
            </a:r>
          </a:p>
          <a:p>
            <a:r>
              <a:t>- Team structure</a:t>
            </a:r>
          </a:p>
          <a:p>
            <a:r>
              <a:t>- Key players</a:t>
            </a:r>
          </a:p>
          <a:p>
            <a:r>
              <a:t>- Role analysis</a:t>
            </a:r>
          </a:p>
          <a:p>
            <a:r>
              <a:t>- Performance indicators.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Mumbai Indians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Suryakumar Yadav</a:t>
            </a:r>
          </a:p>
          <a:p>
            <a:r>
              <a:t>Hardik Pandya</a:t>
            </a:r>
          </a:p>
          <a:p>
            <a:r>
              <a:t>Jasprit Bumrah</a:t>
            </a:r>
          </a:p>
          <a:p>
            <a:r>
              <a:t>Trent Boult</a:t>
            </a:r>
          </a:p>
          <a:p>
            <a:r>
              <a:t>Strength: Strong death bowling and finishing hitters.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Chennai Super 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Ruturaj Gaikwad</a:t>
            </a:r>
          </a:p>
          <a:p>
            <a:r>
              <a:t>Shivam Dube</a:t>
            </a:r>
          </a:p>
          <a:p>
            <a:r>
              <a:t>Sanju Samson</a:t>
            </a:r>
          </a:p>
          <a:p>
            <a:r>
              <a:t>Noor Ahmad</a:t>
            </a:r>
          </a:p>
          <a:p>
            <a:r>
              <a:t>Strength: Balanced batting lineup and spin attack.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Gujarat Titans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Shubman Gill</a:t>
            </a:r>
          </a:p>
          <a:p>
            <a:r>
              <a:t>Jos Buttler</a:t>
            </a:r>
          </a:p>
          <a:p>
            <a:r>
              <a:t>Rashid Khan</a:t>
            </a:r>
          </a:p>
          <a:p>
            <a:r>
              <a:t>Mohammed Siraj</a:t>
            </a:r>
          </a:p>
          <a:p>
            <a:r>
              <a:t>Strength: Balanced batting and bowling combination.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Delhi Capitals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KL Rahul</a:t>
            </a:r>
          </a:p>
          <a:p>
            <a:r>
              <a:t>Axar Patel</a:t>
            </a:r>
          </a:p>
          <a:p>
            <a:r>
              <a:t>Mitchell Starc</a:t>
            </a:r>
          </a:p>
          <a:p>
            <a:r>
              <a:t>Kuldeep Yadav</a:t>
            </a:r>
          </a:p>
          <a:p>
            <a:r>
              <a:t>Strength: Left arm spin + fast bowling attack.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Kolkata Knight Riders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Rinku Singh</a:t>
            </a:r>
          </a:p>
          <a:p>
            <a:r>
              <a:t>Sunil Narine</a:t>
            </a:r>
          </a:p>
          <a:p>
            <a:r>
              <a:t>Varun Chakravarthy</a:t>
            </a:r>
          </a:p>
          <a:p>
            <a:r>
              <a:t>Ajinkya Rahane</a:t>
            </a:r>
          </a:p>
          <a:p>
            <a:r>
              <a:t>Strength: Strong spin attack.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Sunrisers Hyderabad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Travis Head</a:t>
            </a:r>
          </a:p>
          <a:p>
            <a:r>
              <a:t>Heinrich Klaasen</a:t>
            </a:r>
          </a:p>
          <a:p>
            <a:r>
              <a:t>Pat Cummins</a:t>
            </a:r>
          </a:p>
          <a:p>
            <a:r>
              <a:t>Abhishek Sharma</a:t>
            </a:r>
          </a:p>
          <a:p>
            <a:r>
              <a:t>Strength: Aggressive batting lineup.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Rajasthan Royals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Yashasvi Jaiswal</a:t>
            </a:r>
          </a:p>
          <a:p>
            <a:r>
              <a:t>Shimron Hetmyer</a:t>
            </a:r>
          </a:p>
          <a:p>
            <a:r>
              <a:t>Sam Curran</a:t>
            </a:r>
          </a:p>
          <a:p>
            <a:r>
              <a:t>Ravi Bishnoi</a:t>
            </a:r>
          </a:p>
          <a:p>
            <a:r>
              <a:t>Strength: Young batting core and all‑rounders.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Lucknow Super Giants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Rishabh Pant</a:t>
            </a:r>
          </a:p>
          <a:p>
            <a:r>
              <a:t>Nicholas Pooran</a:t>
            </a:r>
          </a:p>
          <a:p>
            <a:r>
              <a:t>Mitchell Marsh</a:t>
            </a:r>
          </a:p>
          <a:p>
            <a:r>
              <a:t>Avesh Khan</a:t>
            </a:r>
          </a:p>
          <a:p>
            <a:r>
              <a:t>Strength: Powerful middle order hitters.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Punjab 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</a:t>
            </a:r>
          </a:p>
          <a:p>
            <a:r>
              <a:t>Shikhar Dhawan</a:t>
            </a:r>
          </a:p>
          <a:p>
            <a:r>
              <a:t>Jonny Bairstow</a:t>
            </a:r>
          </a:p>
          <a:p>
            <a:r>
              <a:t>Sam Curran</a:t>
            </a:r>
          </a:p>
          <a:p>
            <a:r>
              <a:t>Arshdeep Singh</a:t>
            </a:r>
          </a:p>
          <a:p>
            <a:r>
              <a:t>Strength: Aggressive top 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Batters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Shubman Gill</a:t>
            </a:r>
          </a:p>
          <a:p>
            <a:r>
              <a:t>Suryakumar Yadav</a:t>
            </a:r>
          </a:p>
          <a:p>
            <a:r>
              <a:t>Jos Buttler</a:t>
            </a:r>
          </a:p>
          <a:p>
            <a:r>
              <a:t>Nicholas Pooran</a:t>
            </a:r>
          </a:p>
          <a:p>
            <a:r>
              <a:t>Travis Head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Bowlers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Jasprit Bumrah</a:t>
            </a:r>
          </a:p>
          <a:p>
            <a:r>
              <a:t>Rashid Khan</a:t>
            </a:r>
          </a:p>
          <a:p>
            <a:r>
              <a:t>Mitchell Starc</a:t>
            </a:r>
          </a:p>
          <a:p>
            <a:r>
              <a:t>Arshdeep Singh</a:t>
            </a:r>
          </a:p>
          <a:p>
            <a:r>
              <a:t>Kuldeep Yadav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Match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Powerplay Score</a:t>
            </a:r>
          </a:p>
          <a:p>
            <a:r>
              <a:t>Wickets lost in first 6 overs</a:t>
            </a:r>
          </a:p>
          <a:p>
            <a:r>
              <a:t>Middle overs run rate</a:t>
            </a:r>
          </a:p>
          <a:p>
            <a:r>
              <a:t>Death overs hitting</a:t>
            </a:r>
          </a:p>
          <a:p>
            <a:r>
              <a:t>Bowler economy 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IPL 2026 is expected to feature balanced competition among teams.</a:t>
            </a:r>
          </a:p>
          <a:p>
            <a:r>
              <a:t>Key success factors:</a:t>
            </a:r>
          </a:p>
          <a:p>
            <a:r>
              <a:t>Strong middle order</a:t>
            </a:r>
          </a:p>
          <a:p>
            <a:r>
              <a:t>Effective death bowling</a:t>
            </a:r>
          </a:p>
          <a:p>
            <a:r>
              <a:t>Adaptability to pitch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